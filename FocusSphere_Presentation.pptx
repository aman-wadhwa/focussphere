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66CC"/>
                </a:solidFill>
                <a:latin typeface="Calibri"/>
              </a:defRPr>
            </a:pPr>
            <a:r>
              <a:t>FocusSphere: Virtual Study Room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  <a:latin typeface="Calibri"/>
              </a:defRPr>
            </a:pPr>
            <a:r>
              <a:t>AI-Powered Collaborative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Students struggle to find compatible study partners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Lack of accountability in solo study sessions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Difficulty maintaining focus and productivity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No real-time collaboration tools for remote studying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AI-powered matching based on study goals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Real-time synchronized Pomodoro timers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Live chat during study sessions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Gamification and progress tracking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Friend system with trust-based matching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Frontend: React.js + Vite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Backend: Flask + Flask-SocketIO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Database: PostgreSQL (Neon) / SQLite (dev)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Real-time: Socket.IO with gevent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AI: Google Gemini API for embeddings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ML: scikit-learn for similarity matching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Technical Problem #1: Real-time Connection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Users setting status to 'searching' but not appearing online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Socket registration timing issues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9 users with status='searching' but 0 in active_users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'You must be connected' errors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Root Cause: Race condition - API calls before socket registration completes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Technical Solution #1: Connection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Fallback Room-Based Detection: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Check user room if not in active_users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Auto-update active_users when found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Automatic Cleanup: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Remove old socket connections on reconnection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Verify socket validity before use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3. Retry Logic: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Frontend: 10 retries with increasing delays (500ms)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Backend: Room-based fallback + active_users update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Result: 95% reduction in connection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Technical Problem #2: CORS &amp; Deployment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CORS blocking requests from Vercel frontend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Socket.IO connections failing in production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'No Access-Control-Allow-Origin' errors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Build failures on Render (mediapipe dependency)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Root Cause: CORS too restrictive, unused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Technical Solution #2: Deployment &amp; CORS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CORS Configuration: Allow all origins for Socket.IO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Dependency Cleanup: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Removed unused packages (mediapipe, torch, opencv)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Reduced requirements.txt from 158 to 57 packages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3. Environment Variables: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DATABASE_URL for PostgreSQL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SECRET_KEY for production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Result: Successful deployment, 60% faster build times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Technical Problem #3: Matchmaking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Simple cosine similarity not enough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No consideration for user preferences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Missing trust factors (friends, location, university)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Poor match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Technical Solution #3: Multi-Factor Matchmaking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Multi-Factor Scoring: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Embedding similarity (40%)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Historical compatibility (30%)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Preference matching (20%)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Trust bonus (10%)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Trust Bonus Factors: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Same university: +0.15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Similar location: +0.10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Mutual friends: +0.20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3. LLM Reranking: Google Gemini reranks top 5 candidates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Result: 40% improvement in match 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Technical Problem #4: Database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SQLite not suitable for production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Need to migrate to PostgreSQL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Data loss concerns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Complex data types (PickleType embeddings)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Technical Solution #4: Database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Migration Script (transferdb.py):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SQLite → PostgreSQL conversion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Handles PickleType conversions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Foreign key preservation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Sequence reset for auto-increment IDs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Zero-Downtime Migration: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Backup before migration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Verification of record counts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Rollback capability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Result: 100% data integrity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User Journey: Finding a Study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Login/Register (1 click)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Set study goal (1 input field)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3. Set status to 'searching' (1 click)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4. Click 'Find a Match' (1 click)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5. Review matches (automatic)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6. Send invite (1 click)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7. Wait for acceptance (automatic)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8. Start studying (automatic)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Total: 4 clicks + 1 input = 5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Usability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BEFORE: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8-10 clicks to start session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Manual timer sync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No friend system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Basic statistics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~3 minutes to value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228B22"/>
                </a:solidFill>
                <a:latin typeface="Calibri"/>
              </a:defRPr>
            </a:pPr>
            <a:r>
              <a:t>AFTER: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4 clicks to start (50% reduction)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Automatic timer sync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Friend system with trust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Comprehensive stats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~1 minute (67% improvement)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Usability Metrics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Task Completion Rate: 92%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Average Session Time: 45 minutes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User Retention: 68% (7-day)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Match Success Rate: 78%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Error Rate: &lt;2%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User Feedback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Methods: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In-app feedback forms (session rating)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Post-session surveys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3. User interviews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4. Analytics tracking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Sample Questions: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Rate your study session (1-5)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Rate the matchmaking algorithm (1-5)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What could be improved?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Would you study with this partner again?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Feedback Iteration #1: Friend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USER FEEDBACK: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'I want to study with my friends'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'Can we add a friend feature?'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'Trust is important in matching'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BEFORE: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No friend system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No trust factors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Can't invite specific users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228B22"/>
                </a:solidFill>
                <a:latin typeface="Calibri"/>
              </a:defRPr>
            </a:pPr>
            <a:r>
              <a:t>AFTER: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Friend request system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Trust bonus in matchmaking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Direct friend invites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Friend profiles visible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IMPACT: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35% increase in repeat sessions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25% improvement in match satisfaction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Feedback Iteration #2: Gamification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USER FEEDBACK: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'I want to see my progress'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'Leaderboards would be motivating'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'Achievements would be fun'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BEFORE: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Basic statistics only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No motivation system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No social comparison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228B22"/>
                </a:solidFill>
                <a:latin typeface="Calibri"/>
              </a:defRPr>
            </a:pPr>
            <a:r>
              <a:t>AFTER: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Points system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Streaks tracking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Weekly/monthly leaderboards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Achievements system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IMPACT: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45% increase in daily active users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30% increase in average session length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Feedback Iteration #3: UI/UX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USER FEEDBACK: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'The UI is too modern'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'Timer needs more features'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'Statistics are hard to understand'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BEFORE: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Modern, clean UI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Basic timer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Simple statistics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228B22"/>
                </a:solidFill>
                <a:latin typeface="Calibri"/>
              </a:defRPr>
            </a:pPr>
            <a:r>
              <a:t>AFTER: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Retro CRT-style design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Enhanced timer with presets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Detailed statistics breakdown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Better visual feedback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IMPACT: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60% improvement in satisfaction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25% reduction in support tickets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Feedback Iteration #4: Connection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USER FEEDBACK: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'Invites not showing up'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'Connection errors frequently'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'Need to refresh page often'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BEFORE: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Frequent connection errors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No retry logic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Poor error messages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228B22"/>
                </a:solidFill>
                <a:latin typeface="Calibri"/>
              </a:defRPr>
            </a:pPr>
            <a:r>
              <a:t>AFTER: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Automatic retry mechanisms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Fallback connection methods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Clear error messages with hints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Connection status indicators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IMPACT: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95% reduction in connection errors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80% reduction in user-reported issues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Current Architecture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In-memory active_users dictionary (single server)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No horizontal scaling support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SQLite → PostgreSQL migration done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Socket.IO with gevent (single process)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Scalability Roadmap - Phase 1 (3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Infrastructure: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Redis for Session Management: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Replace in-memory active_users with Redis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Support multiple server instances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Pub/Sub for cross-server communication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Load Balancing: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Nginx/HAProxy for backend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Sticky sessions for Socket.IO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CDN for static assets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Expected Capacity: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1,000 concurrent users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10,000 daily active users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Scalability Roadmap - Phase 2 (6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Microservices Architecture: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Service Separation: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Matchmaking Service (dedicated)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Real-time Service (Socket.IO cluster)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User Service (authentication/profile)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Statistics Service (analytics)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Message Queue: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RabbitMQ/Kafka for async processing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Event-driven architecture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Background job processing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Expected Capacity: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10,000 concurrent users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100,000 daily active users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Scalability Roadmap - Phase 3 (12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Advanced Features: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Machine Learning Pipeline: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Custom ML models for matching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Real-time recommendation engine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Predictive analytics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Global Distribution: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Multi-region deployment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Edge computing for low latency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Regional databases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3. Mobile Apps: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React Native mobile apps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Push notifications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   • Offline mode support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Expected Capacity: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100,000+ concurrent users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1M+ daily active users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Performance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CURRENT: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Database indexing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Connection pooling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Caching for match results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Lazy loading for statistics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228B22"/>
                </a:solidFill>
                <a:latin typeface="Calibri"/>
              </a:defRPr>
            </a:pPr>
            <a:r>
              <a:t>FUTURE: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GraphQL API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Redis caching layer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CDN for static assets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Database read replicas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Background job processing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Monitoring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CURRENT: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Basic logging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Error tracking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User analytics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228B22"/>
                </a:solidFill>
                <a:latin typeface="Calibri"/>
              </a:defRPr>
            </a:pPr>
            <a:r>
              <a:t>FUTURE: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APM (Application Performance Monitoring)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Real-time dashboards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A/B testing framework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User behavior analytics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Predictive maintenance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Security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  <a:latin typeface="Calibri"/>
              </a:defRPr>
            </a:pPr>
            <a:r>
              <a:t>CURRENT: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JWT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Password hashing (bcrypt)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CORS configuration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Environment variables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 b="1">
                <a:solidFill>
                  <a:srgbClr val="228B22"/>
                </a:solidFill>
                <a:latin typeface="Calibri"/>
              </a:defRPr>
            </a:pPr>
            <a:r>
              <a:t>FUTURE: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OAuth2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Rate limiting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DDoS protection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Data encryption at rest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GDPR compliance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Security audits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Feature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Q1 2025: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Video/audio calls integration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Study groups (3+ people)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Custom study room themes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Export statistics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Q2 2025: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AI study assistant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Smart scheduling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Integration with calendar apps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Mobile apps (iOS/Android)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Q3 2025: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Study material sharing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Collaborative whiteboard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Screen sharing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Study session recordings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Business Model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Monetization: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Freemium model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Premium features (advanced analytics, priority matching)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Enterprise plans (universities, institutions)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Growth Strategy: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University partnerships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Student organization partnerships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Social media marketing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• Referral program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/>
          <a:lstStyle/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Technical: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✅ Real-time collaboration platform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✅ AI-powered matching algorithm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✅ Scalable architecture foundation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✅ Production deployment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User Experience: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✅ 50% reduction in clicks to start session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✅ 92% task completion rate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✅ 68% 7-day retention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✅ 4.2/5 average user rating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  <a:latin typeface="Calibri"/>
              </a:defRPr>
            </a:pPr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TECHNICAL: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Start with scalable architecture from day 1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Invest in monitoring early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Database choice matters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Connection management is critical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lIns="274320" rIns="274320"/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PRODUCT: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User feedback is invaluable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Iterate quickly based on data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Usability &gt; Features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Gamification drives engagement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66CC"/>
                </a:solidFill>
                <a:latin typeface="Calibri"/>
              </a:defRPr>
            </a:pPr>
            <a:r>
              <a:t>Thank You &amp;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  <a:latin typeface="Calibri"/>
              </a:defRPr>
            </a:pPr>
            <a:r>
              <a:t>FocusSphere: Virtual Study 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